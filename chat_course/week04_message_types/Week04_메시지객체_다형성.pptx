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ungil Han" userId="a36b580c25eacf8a" providerId="LiveId" clId="{3C42E340-E0F9-4998-BB97-0AD1181320B8}"/>
    <pc:docChg chg="modSld">
      <pc:chgData name="Byungil Han" userId="a36b580c25eacf8a" providerId="LiveId" clId="{3C42E340-E0F9-4998-BB97-0AD1181320B8}" dt="2026-07-15T23:42:51.400" v="6" actId="120"/>
      <pc:docMkLst>
        <pc:docMk/>
      </pc:docMkLst>
      <pc:sldChg chg="modSp mod">
        <pc:chgData name="Byungil Han" userId="a36b580c25eacf8a" providerId="LiveId" clId="{3C42E340-E0F9-4998-BB97-0AD1181320B8}" dt="2026-07-15T23:42:01.944" v="0" actId="120"/>
        <pc:sldMkLst>
          <pc:docMk/>
          <pc:sldMk cId="0" sldId="260"/>
        </pc:sldMkLst>
        <pc:spChg chg="mod">
          <ac:chgData name="Byungil Han" userId="a36b580c25eacf8a" providerId="LiveId" clId="{3C42E340-E0F9-4998-BB97-0AD1181320B8}" dt="2026-07-15T23:42:01.944" v="0" actId="12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yungil Han" userId="a36b580c25eacf8a" providerId="LiveId" clId="{3C42E340-E0F9-4998-BB97-0AD1181320B8}" dt="2026-07-15T23:42:08.657" v="1" actId="120"/>
        <pc:sldMkLst>
          <pc:docMk/>
          <pc:sldMk cId="0" sldId="261"/>
        </pc:sldMkLst>
        <pc:spChg chg="mod">
          <ac:chgData name="Byungil Han" userId="a36b580c25eacf8a" providerId="LiveId" clId="{3C42E340-E0F9-4998-BB97-0AD1181320B8}" dt="2026-07-15T23:42:08.657" v="1" actId="12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yungil Han" userId="a36b580c25eacf8a" providerId="LiveId" clId="{3C42E340-E0F9-4998-BB97-0AD1181320B8}" dt="2026-07-15T23:42:27.808" v="2" actId="120"/>
        <pc:sldMkLst>
          <pc:docMk/>
          <pc:sldMk cId="0" sldId="262"/>
        </pc:sldMkLst>
        <pc:spChg chg="mod">
          <ac:chgData name="Byungil Han" userId="a36b580c25eacf8a" providerId="LiveId" clId="{3C42E340-E0F9-4998-BB97-0AD1181320B8}" dt="2026-07-15T23:42:27.808" v="2" actId="120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Byungil Han" userId="a36b580c25eacf8a" providerId="LiveId" clId="{3C42E340-E0F9-4998-BB97-0AD1181320B8}" dt="2026-07-15T23:42:46.436" v="5" actId="120"/>
        <pc:sldMkLst>
          <pc:docMk/>
          <pc:sldMk cId="0" sldId="263"/>
        </pc:sldMkLst>
        <pc:spChg chg="mod">
          <ac:chgData name="Byungil Han" userId="a36b580c25eacf8a" providerId="LiveId" clId="{3C42E340-E0F9-4998-BB97-0AD1181320B8}" dt="2026-07-15T23:42:41.188" v="3" actId="120"/>
          <ac:spMkLst>
            <pc:docMk/>
            <pc:sldMk cId="0" sldId="263"/>
            <ac:spMk id="5" creationId="{00000000-0000-0000-0000-000000000000}"/>
          </ac:spMkLst>
        </pc:spChg>
        <pc:spChg chg="mod">
          <ac:chgData name="Byungil Han" userId="a36b580c25eacf8a" providerId="LiveId" clId="{3C42E340-E0F9-4998-BB97-0AD1181320B8}" dt="2026-07-15T23:42:43.458" v="4" actId="120"/>
          <ac:spMkLst>
            <pc:docMk/>
            <pc:sldMk cId="0" sldId="263"/>
            <ac:spMk id="7" creationId="{00000000-0000-0000-0000-000000000000}"/>
          </ac:spMkLst>
        </pc:spChg>
        <pc:spChg chg="mod">
          <ac:chgData name="Byungil Han" userId="a36b580c25eacf8a" providerId="LiveId" clId="{3C42E340-E0F9-4998-BB97-0AD1181320B8}" dt="2026-07-15T23:42:46.436" v="5" actId="120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Byungil Han" userId="a36b580c25eacf8a" providerId="LiveId" clId="{3C42E340-E0F9-4998-BB97-0AD1181320B8}" dt="2026-07-15T23:42:51.400" v="6" actId="120"/>
        <pc:sldMkLst>
          <pc:docMk/>
          <pc:sldMk cId="0" sldId="264"/>
        </pc:sldMkLst>
        <pc:spChg chg="mod">
          <ac:chgData name="Byungil Han" userId="a36b580c25eacf8a" providerId="LiveId" clId="{3C42E340-E0F9-4998-BB97-0AD1181320B8}" dt="2026-07-15T23:42:51.400" v="6" actId="120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20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지난주: 종류가 늘 때마다 보내기·받기·서버를 다 고쳐야 했다(고통).</a:t>
            </a:r>
          </a:p>
          <a:p>
            <a:r>
              <a:t>오늘 한 줄 목표: 같은 if/elif 를 '메시지 객체'로 바꿔, 새 종류는 클래스 하나로 끝내게 만든다.</a:t>
            </a:r>
          </a:p>
          <a:p>
            <a:r>
              <a:t>before/after 비교가 오늘의 하이라이트. 3주차 코드를 띄워 놓고 시작하면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 과제(LOC 추가 시 고친 곳 개수)를 학생들에게 발표시킨다 — 보통 3~4곳.</a:t>
            </a:r>
          </a:p>
          <a:p>
            <a:r>
              <a:t>그 숫자를 칠판에 적어 두고, 오늘 끝에 '클래스 하나(1곳)'와 대비시킨다.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다형성을 어렵게 설명하지 말 것. '같은 버튼, 다른 반응'이면 충분하다.</a:t>
            </a:r>
          </a:p>
          <a:p>
            <a:r>
              <a:t>우리 채팅의 '재생 버튼' = display(). 텍스트·이모티콘·파일이 각자 다르게 display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'계약(공통 메서드)'의 개념이 처음 나온다 — 6주차 인터페이스의 씨앗.</a:t>
            </a:r>
          </a:p>
          <a:p>
            <a:r>
              <a:t>from_wire 가 유일한 해석 지점이라는 점을 강조. 분기가 '사라지는' 게 아니라 '한 곳으로 모인다'.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'고통의 재확인'. 학생이 지난주 자기 코드를 떠올리게 한다.</a:t>
            </a:r>
          </a:p>
          <a:p>
            <a:r>
              <a:t>elif 가 계속 길어지는 모습을 손으로 가리키며 '여기가 늘어난다'를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슬라이드와 나란히 비교한다 — 길었던 if/elif 가 두 줄로 줄었다.</a:t>
            </a:r>
          </a:p>
          <a:p>
            <a:r>
              <a:t>핵심: 종류가 늘어도 이 코드(받기·서버)는 '한 줄도' 바뀌지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display() 가 종류마다 다른 일을 한다는 점을 손으로 짚는다(텍스트는 출력, 파일은 저장+안내).</a:t>
            </a:r>
          </a:p>
          <a:p>
            <a:r>
              <a:t>from_wire 는 꼬리표(tag)로 클래스를 찾는 '등록표'를 쓴다고 한 줄 언급(긴 if 가 아니다).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실제로 server.py + client.py 두 개를 띄워 캡처한 결과.</a:t>
            </a:r>
          </a:p>
          <a:p>
            <a:r>
              <a:t>데모 포인트: 텍스트·이모티콘·파일 세 종류가 섞여 와도 받는 코드는 display() 하나뿐.</a:t>
            </a:r>
          </a:p>
          <a:p>
            <a:r>
              <a:t>서버 로그가 (텍스트)/(이모티콘)/(파일) 로 다른 건 msg.kind 덕분 — 이것도 다형성(분기 아님).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 과제의 '고친 곳 개수'와 직접 대비시킨다(예: 4곳 → 사실상 1곳).</a:t>
            </a:r>
          </a:p>
          <a:p>
            <a:r>
              <a:t>이게 객체지향을 배우는 '진짜 이유'의 첫 체감. messages.py 맨 아래에 이 코드가 주석으로 들어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도입의 '몇 군데 고쳤나' 질문을 회수하며 마무리.</a:t>
            </a:r>
          </a:p>
          <a:p>
            <a:r>
              <a:t>다음 주 예고: 우리가 to_wire() 로 만든 평문이 네트워크에 그대로 흐른다 — 누가 엿보면? 보안/직렬화로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첫 과제로 '클래스 하나 추가'의 가벼움을 손으로 느끼게 한다.</a:t>
            </a:r>
          </a:p>
          <a:p>
            <a:r>
              <a:t>마지막 생각거리는 6주차(관심사 분리/DI)의 복선 — 지금은 답을 주지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메시지 종류를 객체로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다형성 · 사방에 퍼진 if / elif 를 통째로 걷어내기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종류가 늘 때마다 네 군데를 고치는 거,
더 나은 방법 없나?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지난주 과제: 위치 공유(LOC) 하나 넣으려고 코드의 몇 군데를 고쳤나요?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클래스, 그리고 다형성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클래스 = 데이터 + 그 데이터를 다루는 동작을 한 덩어리로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공통 약속(메서드)을 정해두면, 종류가 달라도 같은 방식으로 부른다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이것이 다형성(polymorphism)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비유: 리모컨의 '재생' 버튼 하나로 TV·에어컨·선풍기를 다룬다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누르는 쪽은 똑같이 누르고, 각 기기는 자기 방식대로 반응한다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공통 약속을 먼저 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모든 메시지가 똑같이 가지는 두 가지 동작: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to_wire()  —  전송용 한 줄 문자열로 만든다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display()  —  화면에 보일 모습으로 만든다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TextMessage · EmojiMessage · FileMessage · SystemMessage 가 각자 구현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받은 줄을 알맞은 객체로 바꾸는 곳(from_wire)은 '단 한 군데'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BEFORE — 받을 때마다 종류를 묻는다 (3주차)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,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보내기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,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서버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…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곳곳에서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이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모양이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반복됐다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("TEXT|"):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text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2)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print(f"{sender}: {text}")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("FILE|"):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filename, b64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3)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data = base64.b64decode(b64)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open(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f"downloads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/{sender}_{filename}",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wb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").write(data)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("EMOJI|"):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종류가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늘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때마다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여기에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또…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종류가 하나 늘면, 이런 if/elif 를 보내기·받기·서버에서 전부 찾아 고쳐야 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AFTER — 종류를 묻지 않는다 (4주차)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받기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msg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Message.from_wire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(line)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알맞은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객체로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(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해석은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한 곳)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print(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msg.display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텍스트·이모티콘·파일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모두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똑같이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서버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msg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Message.from_wire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(line)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msg.sender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=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broadcast(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msg.to_wire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종류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상관없이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동일</a:t>
            </a:r>
            <a:endParaRPr sz="1500" dirty="0">
              <a:solidFill>
                <a:srgbClr val="7C8A9E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if/elif 가 사라졌다. 호출 코드는 display() / to_wire() 한 줄뿐.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각 종류는 자기 방식대로 — 메시지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TextMessage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tag = "TEXT"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to_wire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(self):  return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}|{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display(self):  return f"{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}: 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EmojiMessage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tag = "EMOJI"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display(self):  return f"{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}: {EMOJI[self.name]}"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FileMessage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tag = "FILE"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display(self):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파일은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표시하면서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저장까지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data = base64.b64decode(self.b64); ...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return f"📎 [{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}]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저장됨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같은 display() 지만 종류마다 다르게 동작한다 — 이것이 다형성.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한 줄(display) 로 다 처리된다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1 :  민수 (보내는 쪽)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/emoji smile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/file cat.png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2 :  영희 (받는 쪽)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😄  (:smile:)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📎 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보냈습니다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→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downloads/민수_cat.png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(73 bytes)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서버 콘솔 (종류만 로그)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1명)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텍스트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이모티콘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종류를 하나 더? — 클래스 하나면 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@register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LocationMessage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tag = "LOC"; kind =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위치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to_wire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(self):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return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f"LOC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}|{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self.lat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}|{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self.lon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def display(self):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return f"{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self.sender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}: 📍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위치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({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self.lat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}, 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self.lon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})"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서버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? 안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고친다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.  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? 안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고친다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.  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보내기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?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만드는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곳 한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줄만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3주차엔 네 군데를 고쳤다. 이제는 새 파일/클래스 하나면 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종류를 늘려도, 새 클래스 하나만 추가하면 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공통 약속(to_wire / display)을 정하면 호출 코드가 단순해진다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해석은 한 곳(from_wire), 처리·표시는 display() 한 줄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같은 호출, 다른 동작 = 다형성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주: 평문이 그대로 보인다 — 직렬화·암호화를 갈아끼우려면?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위치 공유 LocationMessage 를 새 클래스로 추가하기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서버·받기 코드를 '거의' 안 건드리는 걸 직접 확인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이모티콘 종류 늘리기 (EMOJI 표에 추가)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내가 보낸 파일은 내 화면엔 저장 안 하기 (보낸 사람 제외)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display() 가 '저장'까지 하는 건 괜찮을까? 표시와 저장을 나눈다면?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1351</Words>
  <Application>Microsoft Office PowerPoint</Application>
  <PresentationFormat>와이드스크린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1</cp:revision>
  <dcterms:created xsi:type="dcterms:W3CDTF">2013-01-27T09:14:16Z</dcterms:created>
  <dcterms:modified xsi:type="dcterms:W3CDTF">2026-07-15T23:42:52Z</dcterms:modified>
  <cp:category/>
</cp:coreProperties>
</file>