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부품과 계약: 갈아끼우는 채팅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Codec · 의존성 주입(DI), 그리고 평문 탈취 데모 — 소스를 함께 읽으며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내 메시지, 중간에서 그대로 보이는 거 아냐?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그리고 — 부품을 왜 굳이 '밖에서' 끼울까?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4주차에 Phone(ringtone) 으로 이미 맛봤죠. 오늘은 진짜 채팅에 적용합니다.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오늘 열어 둘 소스와 읽는 순서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messages.py — 메시지 객체 (4주차 그대로, 안 바뀜)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codec.py — 변환 부품: 평문 ↔ 암호화  ★ 오늘 새것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interfaces.py — 계약(abc): 부품이 지켜야 할 약속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server.py — ChatServer 두뇌(부품을 주입받음) + 조립부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client.py — 같은 Codec 을 끼운 클라이언트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sniffer.py — 평문 탈취 데모 (중간자)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demo_fake_parts.py — 가짜 부품으로 네트워크 없이 확인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읽는 순서: messages → codec → interfaces → server(두뇌→조립) → 나머지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이유: '데이터 → 부품 → 계약 → 조립' 순서로 보면 큰 그림이 먼저 잡힌다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먼저 충격 — 평문은 그대로 털린다 (sniffer.py)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5455767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평문(PlainCodec) 일 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5455767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😱 [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탈취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성공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]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클라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서버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TEXT|철수|비밀번호는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1234야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접속했을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뿐인데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대화가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그대로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보인다</a:t>
            </a:r>
            <a:endParaRPr sz="13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1554480"/>
            <a:ext cx="5455767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암호화(SecretCodec) 로 바꾸면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2057400"/>
            <a:ext cx="5455767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🔒 [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탈취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실패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]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클라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서버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 fm9yflbGmIrGorJWwZOu...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같은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도청자인데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이제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못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읽는다</a:t>
            </a:r>
            <a:endParaRPr sz="1300" b="0" dirty="0">
              <a:solidFill>
                <a:srgbClr val="EAECF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그래서 필요한 것: 변환을 '부품'으로 — Codec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Codec = COder + DECoder (부호화 encode + 복호화 decode 한 쌍)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동영상·오디오 코덱의 그 코덱 — "코덱 없어서 영상이 안 열려요" = decode 할 부품이 없다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1주차의 .encode()/.decode()(UTF-8)도 사실 '글자 코덱'이었다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변환을 부품으로 떼어내면 → 평문 ↔ 암호화가 '부품 교체' 한 줄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왜 부품으로? 암호화를 send() 안에 박아 넣으면 끄지도·바꾸지도 못한다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박아 넣기 = 4주차 StuckPhone 의 병. 분리 = 그 처방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codec.py — 둘 다 encode/decode 라는 '같은 약속'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PlainCodec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(Codec):  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평문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부품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encode(self, message):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return 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message.to_wire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() + "\n").encode()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decode(self, line):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return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Message.from_wire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(line)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SecretCodec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(Codec): 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암호화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부품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모양이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똑같다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!)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encode(self, message):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scrambled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xor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message.to_wire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().encode(), key)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뒤섞고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return base64.b64encode(scrambled) + b"\n"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줄에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안전하게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decode(self, line):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raw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xor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(base64.b64decode(line), key)     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거꾸로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return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Message.from_wire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raw.decode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모양(encode/decode)이 같아서 서로 '갈아끼울 수 있다'. 이게 부품의 조건이다.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interfaces.py — 약속을 코드로 '강제'하기 (abc)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from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abc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import ABC,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abstractmethod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Codec(ABC):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@abstractmethod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encode(self, message): ...   # "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부품이라면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이건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꼭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있어야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해"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@abstractmethod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decode(self, line): 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7C8A9E"/>
                </a:solidFill>
                <a:latin typeface="Consolas"/>
              </a:rPr>
              <a:t># 4주차 Ringtone = '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안내판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'(안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지켜도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돌아감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이제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abc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    = '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강제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'  — encode 를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빼먹은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부품은</a:t>
            </a:r>
            <a:endParaRPr sz="1500" b="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7C8A9E"/>
                </a:solidFill>
                <a:latin typeface="Consolas"/>
              </a:rPr>
              <a:t>#               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아예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만들어지지도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않는다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(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에러로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7C8A9E"/>
                </a:solidFill>
                <a:latin typeface="Consolas"/>
              </a:rPr>
              <a:t>막음</a:t>
            </a:r>
            <a:r>
              <a:rPr sz="1500" b="0" dirty="0">
                <a:solidFill>
                  <a:srgbClr val="7C8A9E"/>
                </a:solidFill>
                <a:latin typeface="Consolas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4주차 step08 의 Ringtone(약속)이 여기서 abc(지키지 않으면 에러)로 승격된다.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핵심 질문: 부품을 왜 '밖에서' 끼우나 (DI)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ChatServer(codec, store) — 두뇌가 부품을 '직접 만들지' 않고 받는다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4주차 Phone(owner, number, ringtone) 과 완전히 같은 구조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이점 1) 교체 — 평문↔암호화, 메모리↔파일 저장을 바꿔도 두뇌는 그대로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이점 2) 확인 — 가짜 부품을 꽂으면 네트워크 없이 두뇌를 시험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이점 3) 분업 — 부품마다 따로 만들 수 있다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그래서 두뇌(ChatServer)는 '소켓을 모르게' 설계했다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소켓을 알면 테스트할 때마다 진짜 네트워크가 필요해지니까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server.py — 두뇌는 소켓을 모른다 (읽는 법)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ChatServer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:                 # ←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두뇌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소켓을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모른다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__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init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__(self, codec, store):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self.codec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codec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밖에서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받은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부품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self.store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store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밖에서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받은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부품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on_line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(self, transport, line):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msg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self.codec.decode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(line)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부품에게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맡김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self.store.save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(msg)    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부품에게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맡김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self.broadcast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(msg)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def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build_server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():               # ←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조립부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여기서만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부품을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'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결정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'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codec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SecretCodec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() if USE_SECRET else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PlainCodec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store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InMemoryStore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()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FileStore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(...) 로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바꿔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끼우면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파일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저장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return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ChatServer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(codec, store)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읽는 법: 두뇌(무엇을 하나)와 조립부(무엇을 끼우나)를 나눠서 본다. 소켓은 main 이 담당.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가짜 부품으로 확인 — 소켓 없이 (demo_fake_parts.py)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5455767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데모: 부품 교체 (평문→암호화)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5455767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영희에게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나간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줄: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fm9yflbBhZbGorJWwZOu...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'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비밀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' 이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보이나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? 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아니오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✅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풀어보면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비밀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※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ChatServer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는 한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줄도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안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바꿨다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. codec 만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교체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!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554480"/>
            <a:ext cx="5455767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데모: 저장 실패해도 채팅은 계속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2057400"/>
            <a:ext cx="5455767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[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경고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]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저장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실패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디스크가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꽉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찼습니다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영희는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받았나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? → 예 ✅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저장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(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부품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)이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망가져도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채팅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(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두뇌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)은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멀쩡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=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책임이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나뉘어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있다</a:t>
            </a:r>
            <a:endParaRPr sz="1300" b="0" dirty="0">
              <a:solidFill>
                <a:srgbClr val="EAECF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정리 — 소스를 이 눈으로 읽으면 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① messages.py : 무엇을 주고받나 (데이터)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② codec.py : 그걸 어떻게 바꾸나 (부품) — encode/decode 한 쌍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③ interfaces.py : 부품이 지킬 약속 (계약/abc)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④ server.py : 두뇌(로직) + 조립부(부품 결정)를 나눠 본다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⑤ sniffer / demo : 왜 이렇게 했는지 '증명'하는 데모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한 문장: 박아 넣지 말고 '부품 + 계약 + 조립'으로 나눴다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그래서 바꿀 땐 부품만, 확인할 땐 가짜만 꽂으면 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박아 넣지 말고 분리하면,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부품만 갈아끼우면 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Codec 교체로 평문 ↔ 암호화 (두뇌는 그대로)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계약(abc)이 '갈아끼울 수 있음'을 보장한다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두뇌는 소켓을 몰라서 → 가짜 부품으로 네트워크 없이 확인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이 XOR 암호는 개념용 — 진짜 보안은 TLS(HTTPS/WSS)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SecretCodec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의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변환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규칙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열쇠·방식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)을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바꿔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나만의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버전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만들기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"왜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이건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진짜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보안이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아닌가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" 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줄로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적어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오기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힌트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: sniffer 의 SHOW_CRACK)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FileStore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를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주입해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재시작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후에도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기록이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남는지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확인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demo_fake_parts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에 '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저장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실패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' 외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다른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가짜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부품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상황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추가해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보기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(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생각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)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서버와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클라이언트의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Codec 이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다르면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어떻게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될까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1262</Words>
  <Application>Microsoft Office PowerPoint</Application>
  <PresentationFormat>와이드스크린</PresentationFormat>
  <Paragraphs>126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Byungil Han</cp:lastModifiedBy>
  <cp:revision>3</cp:revision>
  <dcterms:created xsi:type="dcterms:W3CDTF">2013-01-27T09:14:16Z</dcterms:created>
  <dcterms:modified xsi:type="dcterms:W3CDTF">2026-07-24T02:14:29Z</dcterms:modified>
  <cp:category/>
</cp:coreProperties>
</file>