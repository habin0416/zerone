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34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355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C단계(방) 시작. 오늘은 일부러 '엉성한 버전'을 만든다 — 3주차처럼 의도된 고통.</a:t>
            </a:r>
          </a:p>
          <a:p>
            <a:r>
              <a:t>오늘 한 줄 목표: 방이 되긴 하는데, 전역 상태가 여기저기 흩어져 곧 엉킨다는 걸 느끼게 한다.</a:t>
            </a:r>
          </a:p>
          <a:p>
            <a:r>
              <a:t>이 엉킴이 다음 주 'Room 객체'의 동기.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지금까지는 모두에게 broadcast 했다. 방이 생기면 대상이 '그 방 멤버'로 좁아진다.</a:t>
            </a:r>
          </a:p>
          <a:p>
            <a:r>
              <a:t>이걸 '어디로 보낼지 정하기 = 라우팅'이라고 부른다고 짚어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라우팅을 어렵게 설명하지 말 것 — '누구에게 보낼지 고르는 일'이면 충분.</a:t>
            </a:r>
          </a:p>
          <a:p>
            <a:r>
              <a:t>명령들을 먼저 소개하고, 이걸 어떻게 구현할지로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왜 세 개나? 방→사람, 사람→이름, 사람→방을 다 알아야 하기 때문.</a:t>
            </a:r>
          </a:p>
          <a:p>
            <a:r>
              <a:t>이렇게 흩어 두면, 상태를 바꿀 때마다 세 군데를 모두 맞춰야 한다(다음 코드에서 확인).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room_broadcast 자체는 단순하다. 문제는 'rooms 를 누가 언제 채우고 비우나'이다(다음 슬라이드).</a:t>
            </a:r>
          </a:p>
          <a:p>
            <a:r>
              <a:t>전역 변수 세 개가 한 화면에 나란히 — 이미 좀 불안해 보인다는 점을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①②③ 을 손으로 짚으며 '이걸 매번 다 맞춰야 한다'를 강조.</a:t>
            </a:r>
          </a:p>
          <a:p>
            <a:r>
              <a:t>예: ① 을 빠뜨리면 이전 방에 유령으로 남아 양쪽 방에서 메시지를 받는다.</a:t>
            </a:r>
          </a:p>
          <a:p>
            <a:r>
              <a:t>이게 전역 상태의 위험 — 변경 지점이 흩어져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퇴장 처리에서도 똑같이 세 군데를 정리해야 한다. 코드가 곳곳에 흩어져 추적이 어렵다.</a:t>
            </a:r>
          </a:p>
          <a:p>
            <a:r>
              <a:t>'유령 회원' 버그를 일부러 만들어 보여 줘도 좋다(rooms 정리 한 줄을 주석 처리).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4개 클라이언트로 캡처한 결과. 잡담방 대화는 게임방에 안 보이고, 그 반대도 마찬가지.</a:t>
            </a:r>
          </a:p>
          <a:p>
            <a:r>
              <a:t>/rooms 로 두 방이 다 보이는 것도 시연. /who 로 멤버 확인도.</a:t>
            </a:r>
          </a:p>
          <a:p>
            <a:r>
              <a:t>데모는 잘 된다 — 그래서 더, '코드가 왜 불안한지'를 다음 슬라이드에서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오늘도 '해결'이 아니라 '고통의 확인'으로 끝난다(의도된 학습 장치).</a:t>
            </a:r>
          </a:p>
          <a:p>
            <a:r>
              <a:t>핵심: 관련된 데이터(방 이름·멤버·기록)가 흩어져 있으면 관리가 어렵다 → 한 덩어리로 묶자(캡슐화).</a:t>
            </a:r>
          </a:p>
          <a:p>
            <a:r>
              <a:t>다음 주 예고: Room 객체가 join/leave/post 를 스스로 책임진다.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빈칸 채우기 = 스스로 Room 설계를 '발견'하게 하는 장치. 완성본은 다음 주에 함께 만든다.</a:t>
            </a:r>
          </a:p>
          <a:p>
            <a:r>
              <a:t>위 두 줄은 예시로 채워 주고, 아래 세 줄(?)을 학생이 채우게 한다.</a:t>
            </a:r>
          </a:p>
          <a:p>
            <a:r>
              <a:t>정답 예: 나가기 → leave(self, 소켓) / 보내기 → post(self, message) / 멤버목록 → who(self).</a:t>
            </a:r>
          </a:p>
          <a:p>
            <a:r>
              <a:t>핵심 한 줄: 흩어진 데이터를 한 덩어리(속성)로 모으고, 함수를 그 클래스의 메서드로 옮긴다.</a:t>
            </a:r>
          </a:p>
          <a:p>
            <a:r>
              <a:t>→ 4주차 step01 '클래스 = 데이터 + 동작 한 덩어리' 와 그대로 연결된다.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두 번째 과제(유령 회원 재현)가 핵심 — 전역 상태의 위험을 몸으로 느끼게 한다.</a:t>
            </a:r>
          </a:p>
          <a:p>
            <a:r>
              <a:t>마지막 생각거리가 다음 주 Room 객체의 직접적 씨앗.</a:t>
            </a:r>
          </a:p>
          <a:p>
            <a:r>
              <a:t>제출물은 다음 주 도입에서 함께 풀이.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E86C1"/>
                </a:solidFill>
                <a:latin typeface="맑은 고딕"/>
              </a:rPr>
              <a:t>파이썬으로 만드는 실시간 채팅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4400" b="1" dirty="0" err="1">
                <a:solidFill>
                  <a:srgbClr val="FFFFFF"/>
                </a:solidFill>
                <a:latin typeface="맑은 고딕"/>
              </a:rPr>
              <a:t>방을</a:t>
            </a:r>
            <a:r>
              <a:rPr sz="44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4400" b="1" dirty="0" err="1">
                <a:solidFill>
                  <a:srgbClr val="FFFFFF"/>
                </a:solidFill>
                <a:latin typeface="맑은 고딕"/>
              </a:rPr>
              <a:t>나눠보자</a:t>
            </a:r>
            <a:r>
              <a:rPr sz="4400" b="1" dirty="0">
                <a:solidFill>
                  <a:srgbClr val="FFFFFF"/>
                </a:solidFill>
                <a:latin typeface="맑은 고딕"/>
              </a:rPr>
              <a:t> — </a:t>
            </a:r>
            <a:r>
              <a:rPr sz="4400" b="1" dirty="0" err="1">
                <a:solidFill>
                  <a:srgbClr val="FFFFFF"/>
                </a:solidFill>
                <a:latin typeface="맑은 고딕"/>
              </a:rPr>
              <a:t>일단</a:t>
            </a:r>
            <a:r>
              <a:rPr sz="44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4400" b="1" dirty="0" err="1">
                <a:solidFill>
                  <a:srgbClr val="FFFFFF"/>
                </a:solidFill>
                <a:latin typeface="맑은 고딕"/>
              </a:rPr>
              <a:t>엉성하게</a:t>
            </a:r>
            <a:endParaRPr sz="44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2000" b="0">
                <a:solidFill>
                  <a:srgbClr val="C7D3E0"/>
                </a:solidFill>
                <a:latin typeface="맑은 고딕"/>
              </a:rPr>
              <a:t>방별 채팅 · 전역 딕셔너리로 시작했더니 상태가 흩어진다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E86C1"/>
                </a:solidFill>
                <a:latin typeface="맑은 고딕"/>
              </a:rPr>
              <a:t>이런 게 궁금하지 않나요?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맑은 고딕"/>
              </a:rPr>
              <a:t>단톡방처럼 방을 나누려면?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맑은 고딕"/>
              </a:rPr>
              <a:t>다른 방 사람한텐 안 보이게.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754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2000" b="0">
                <a:solidFill>
                  <a:srgbClr val="6B7A8C"/>
                </a:solidFill>
                <a:latin typeface="맑은 고딕"/>
              </a:rPr>
              <a:t>지금은 한 명이 치면 '전부'에게 갑니다. 방이 생기면 '이 방 사람에게만' 가야겠죠.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전체에서 → 방 멤버에게만 (라우팅)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지금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: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받은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메시지를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접속자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전원에게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broadcast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방이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생기면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: '이 방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멤버에게만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'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보낸다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라우팅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(routing) =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메시지를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어디로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보낼지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결정하는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것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필요한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명령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: /create(방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만들기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), /join(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입장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), /leave, /rooms, /who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일부러 엉성하게 — 전역 딕셔너리로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>
                <a:solidFill>
                  <a:srgbClr val="222933"/>
                </a:solidFill>
                <a:latin typeface="맑은 고딕"/>
              </a:rPr>
              <a:t>•  방·사람·소켓 정보를 전부 전역 변수에 둔다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900" b="0">
                <a:solidFill>
                  <a:srgbClr val="6B7A8C"/>
                </a:solidFill>
                <a:latin typeface="맑은 고딕"/>
              </a:rPr>
              <a:t>–  rooms      = {방이름: [소켓, ...]}   # 방마다 누가 있나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900" b="0">
                <a:solidFill>
                  <a:srgbClr val="6B7A8C"/>
                </a:solidFill>
                <a:latin typeface="맑은 고딕"/>
              </a:rPr>
              <a:t>–  nicknames  = {소켓: 닉네임}          # 이 소켓은 누구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900" b="0">
                <a:solidFill>
                  <a:srgbClr val="6B7A8C"/>
                </a:solidFill>
                <a:latin typeface="맑은 고딕"/>
              </a:rPr>
              <a:t>–  where      = {소켓: 방이름}          # 지금 어느 방에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>
                <a:solidFill>
                  <a:srgbClr val="222933"/>
                </a:solidFill>
                <a:latin typeface="맑은 고딕"/>
              </a:rPr>
              <a:t>•  돌아가긴 한다. 그런데 정보가 '세 군데'에 흩어져 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전역 상태와 방 단위 전송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1078992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rooms = {}   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방이름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-&gt; [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소켓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 ...]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nicknames = {}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소켓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-&gt;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닉네임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where = {}   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소켓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-&gt;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현재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방이름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def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room_broadcast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room_name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 message):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members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rooms.get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room_name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 [])    # 그 방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멤버만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for c in members: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send_to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(c, message)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72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broadcast 의 대상이 '전원'에서 '그 방 멤버'로 좁아졌다.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/join 한 번에 — 세 군데를 다 고친다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1078992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 err="1">
                <a:solidFill>
                  <a:srgbClr val="EAECF0"/>
                </a:solidFill>
                <a:latin typeface="Consolas"/>
              </a:rPr>
              <a:t>elif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cmd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== "/join":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old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where.get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(conn)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if old and conn in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rooms.get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(old, []):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rooms[old].remove(conn)     # ①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이전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방에서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빼고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rooms[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arg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].append(conn)         # ② 새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방에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넣고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where[conn]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arg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              # ③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현재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방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갱신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7C8A9E"/>
                </a:solidFill>
                <a:latin typeface="Consolas"/>
              </a:rPr>
              <a:t>    # 셋 중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하나라도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빠뜨리면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곧바로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버그</a:t>
            </a:r>
            <a:endParaRPr sz="1500" b="0" dirty="0">
              <a:solidFill>
                <a:srgbClr val="7C8A9E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172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입장 한 번에 전역 세 군데를 손으로 맞춰야 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퇴장할 때도 — 또 세 군데를 청소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1078992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7C8A9E"/>
                </a:solidFill>
                <a:latin typeface="Consolas"/>
              </a:rPr>
              <a:t>#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손님이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나가면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(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연결이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끊기면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room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where.pop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(conn, None)               # where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정리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if room and conn in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rooms.get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(room, []):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rooms[room].remove(conn)               # rooms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정리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name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nicknames.pop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(conn, "?")            # nicknames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정리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7C8A9E"/>
                </a:solidFill>
                <a:latin typeface="Consolas"/>
              </a:rPr>
              <a:t>#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하나라도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빠지면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'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유령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회원'이</a:t>
            </a:r>
            <a:r>
              <a:rPr sz="1500" b="0" dirty="0">
                <a:solidFill>
                  <a:srgbClr val="7C8A9E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7C8A9E"/>
                </a:solidFill>
                <a:latin typeface="Consolas"/>
              </a:rPr>
              <a:t>남는다</a:t>
            </a:r>
            <a:endParaRPr sz="1500" b="0" dirty="0">
              <a:solidFill>
                <a:srgbClr val="7C8A9E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172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join 에서도, leave 에서도, 끊길 때도 — 같은 세 곳을 매번 청소.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직접 돌려보자 — 두 방이 서로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3545738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잡담방 :  민수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057400"/>
            <a:ext cx="3545738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/create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/join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***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민수님이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입장했습니다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***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***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영희님이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입장했습니다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***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잡담방에서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안녕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민수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잡담방에서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안녕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!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2978" y="1554480"/>
            <a:ext cx="3545738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게임방 :  철수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2978" y="2057400"/>
            <a:ext cx="3545738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/create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게임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/join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게임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***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철수님이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입장했습니다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***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***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지민님이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입장했습니다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***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게임방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고고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철수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게임방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고고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!</a:t>
            </a:r>
          </a:p>
        </p:txBody>
      </p:sp>
      <p:sp>
        <p:nvSpPr>
          <p:cNvPr id="8" name="Rectangle 7"/>
          <p:cNvSpPr/>
          <p:nvPr/>
        </p:nvSpPr>
        <p:spPr>
          <a:xfrm>
            <a:off x="8143036" y="1554480"/>
            <a:ext cx="3545738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게임방 :  지민</a:t>
            </a:r>
          </a:p>
        </p:txBody>
      </p:sp>
      <p:sp>
        <p:nvSpPr>
          <p:cNvPr id="9" name="Rectangle 8"/>
          <p:cNvSpPr/>
          <p:nvPr/>
        </p:nvSpPr>
        <p:spPr>
          <a:xfrm>
            <a:off x="8143036" y="2057400"/>
            <a:ext cx="3545738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/join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게임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철수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게임방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고고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/rooms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방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목록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(2명),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       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게임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(2명)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←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민수의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'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잡담방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'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글은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 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여기엔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안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온다</a:t>
            </a:r>
            <a:endParaRPr sz="1300" b="0" dirty="0">
              <a:solidFill>
                <a:srgbClr val="EAEC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E86C1"/>
                </a:solidFill>
                <a:latin typeface="맑은 고딕"/>
              </a:rPr>
              <a:t>오늘 손에 남는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되긴 되는데, 방·사람·소켓이 전역에 흩어져 곧 엉킨다.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C7D3E0"/>
                </a:solidFill>
                <a:latin typeface="맑은 고딕"/>
              </a:rPr>
              <a:t>•  상태가 세 군데(rooms/nicknames/where)에 흩어져 있다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C7D3E0"/>
                </a:solidFill>
                <a:latin typeface="맑은 고딕"/>
              </a:rPr>
              <a:t>•  join·leave·퇴장마다 그 세 곳을 모두 맞춰야 한다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C7D3E0"/>
                </a:solidFill>
                <a:latin typeface="맑은 고딕"/>
              </a:rPr>
              <a:t>•  한 곳만 빠뜨려도 '유령 회원' 같은 버그가 생긴다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C7D3E0"/>
                </a:solidFill>
                <a:latin typeface="맑은 고딕"/>
              </a:rPr>
              <a:t>•  다음 주: 방을 'Room 객체'로 묶어 이 엉킴을 없앤다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다음 표를 완성해 보세요 — 이게 Room 클래스 설계의 핵심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00200"/>
          <a:ext cx="1078992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109728" marR="109728" marT="36576" marB="36576" anchor="ctr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지금 (흩어진 전역)</a:t>
                      </a:r>
                    </a:p>
                  </a:txBody>
                  <a:tcPr marL="109728" marR="109728" marT="36576" marB="36576" anchor="ctr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Room 클래스라면?</a:t>
                      </a:r>
                    </a:p>
                  </a:txBody>
                  <a:tcPr marL="109728" marR="109728" marT="36576" marB="36576" anchor="ctr">
                    <a:solidFill>
                      <a:srgbClr val="2E86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방이 가진 것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rooms[이름] = [소켓들]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속성: self.name, self.members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방에 들어가기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rooms[방].append(소켓)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메서드: join(self, 소켓)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방에서 나가기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rooms[방].remove(소켓)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?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그 방에만 보내기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room_broadcast(방, msg)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?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이 방 멤버 목록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rooms[방] 의 닉네임들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?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2179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규칙: 흩어진 '데이터'는 속성으로, 그 데이터를 만지던 '함수'는 메서드로.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직접 해보기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/who 를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개선해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닉네임과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방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이름을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함께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보기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좋게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표시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전역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상태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때문에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생기는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버그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'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일부러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'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만나보기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900" b="0" dirty="0">
                <a:solidFill>
                  <a:srgbClr val="6B7A8C"/>
                </a:solidFill>
                <a:latin typeface="맑은 고딕"/>
              </a:rPr>
              <a:t>–  rooms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정리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한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줄을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주석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처리하고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방을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옮겨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보세요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→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유령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회원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발생</a:t>
            </a:r>
            <a:endParaRPr sz="1900" b="0" dirty="0">
              <a:solidFill>
                <a:srgbClr val="6B7A8C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빈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방이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되면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자동으로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삭제되게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해보기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(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생각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 방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하나에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필요한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정보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(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이름·멤버·기록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)를 한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곳에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모으면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어떨까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F917A0A-913B-E2BF-89A8-09EDEC90D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1726"/>
            <a:ext cx="12192000" cy="5554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24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1271</Words>
  <Application>Microsoft Office PowerPoint</Application>
  <PresentationFormat>와이드스크린</PresentationFormat>
  <Paragraphs>131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인턴용</cp:lastModifiedBy>
  <cp:revision>5</cp:revision>
  <dcterms:created xsi:type="dcterms:W3CDTF">2013-01-27T09:14:16Z</dcterms:created>
  <dcterms:modified xsi:type="dcterms:W3CDTF">2026-08-13T00:10:19Z</dcterms:modified>
  <cp:category/>
</cp:coreProperties>
</file>