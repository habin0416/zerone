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992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지난주: 방이 전역 딕셔너리 세 곳에 흩어져 엉켰다.</a:t>
            </a:r>
          </a:p>
          <a:p>
            <a:r>
              <a:t>오늘 한 줄 목표: 흩어진 상태를 Room 객체로 묶고, 저장소를 DI 로 갈아끼워 '재시작 후 방 유지'를 보여 준다.</a:t>
            </a:r>
          </a:p>
          <a:p>
            <a:r>
              <a:t>하이라이트: 파일 저장소로 바꾸면 서버를 껐다 켜도 방이 남는 장면.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 엉킴(전역 3개)과 '끄면 사라짐'을 떠올리게 한다.</a:t>
            </a:r>
          </a:p>
          <a:p>
            <a:r>
              <a:t>두 가지를 오늘 푼다: (1) 흩어진 상태 → Room 객체, (2) 휘발 → 저장소 부품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캡슐화 = 관련된 데이터와 동작을 한 덩어리로. 지난주 흩어짐의 반대.</a:t>
            </a:r>
          </a:p>
          <a:p>
            <a:r>
              <a:t>Room 이 send 방법을 주입받는 점도 강조 — 5주차 DI 와 같은 패턴(테스트·교체 쉬움).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저장 '방식'을 로직에서 떼어낸다 — Codec 을 떼어냈던 것과 똑같은 발상.</a:t>
            </a:r>
          </a:p>
          <a:p>
            <a:r>
              <a:t>합성: '~을 가진다(has-a)' 관계. 서버 has Room, Room has 멤버. 상속과 구분해 한 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members/history 가 Room 안에 있다 — 더 이상 전역이 아니다.</a:t>
            </a:r>
          </a:p>
          <a:p>
            <a:r>
              <a:t>post 가 send 를 인자로 받는 점이 핵심: Room 은 소켓을 모른 채 '보내라'고만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의 세 줄(전역 직접 수정)과 AFTER(Room 위임 + 저장)를 나란히 비교.</a:t>
            </a:r>
          </a:p>
          <a:p>
            <a:r>
              <a:t>퇴장 처리도 마찬가지로 Room.leave 한 번 — 6주차의 '세 군데 청소'가 사라졌다.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InMemory ↔ File 을 조립부 한 줄로 교체하는 시연.</a:t>
            </a:r>
          </a:p>
          <a:p>
            <a:r>
              <a:t>FileRoomRepository 는 방 이름과 대화 기록을 JSON 으로 저장했다가 시작할 때 복원한다.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실제로 두 저장소로 '생성 → 재시작(새 객체로 로드)'을 돌려 캡처한 결과.</a:t>
            </a:r>
          </a:p>
          <a:p>
            <a:r>
              <a:t>메모리는 사라지고, 파일은 방+기록이 살아남는다 — 저장소만 바꿨을 뿐 서버 로직은 동일.</a:t>
            </a:r>
          </a:p>
          <a:p>
            <a:r>
              <a:t>라이브로는 server.py 의 REPO 한 줄을 File 로 바꾸고 서버를 재시작해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6주차의 엉킴이 사라졌음을 대비로 보여 주며 마무리.</a:t>
            </a:r>
          </a:p>
          <a:p>
            <a:r>
              <a:t>DI 가 Codec(5·6주) → 저장소(8주)로 반복 적용된다는 '패턴'을 인식시킨다.</a:t>
            </a:r>
          </a:p>
          <a:p>
            <a:r>
              <a:t>다음 주 예고: 명령 해석·세션 관리 등으로 다시 커진 서버를 작은 객체들로 나눈다.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최대 인원 제한으로 'Room 에 동작을 더하는' 경험을 시킨다(캡슐화의 이점).</a:t>
            </a:r>
          </a:p>
          <a:p>
            <a:r>
              <a:t>Sqlite 골격은 도전 과제. 계약(RoomRepository)만 지키면 서버는 안 바뀐다는 점을 강조.</a:t>
            </a:r>
          </a:p>
          <a:p>
            <a:r>
              <a:t>마지막 생각거리가 8주차 Session/ConnectionManager 의 씨앗.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방을 객체로, 저장소는 부품으로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Room 객체로 캡슐화 · RoomRepository 를 주입해 재시작에도 살아남기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방 정보를 어딘가 저장하고,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서버를 껐다 켜도 남게 하려면?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지난주 방은 서버를 끄면 통째로 사라졌습니다. 어떻게 남길까요?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방을 'Room 객체'로 묶는다 (캡슐화)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 이 자기 것을 스스로 가진다: 이름 · 멤버 · 대화 기록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 이 자기 일을 스스로 한다: join · leave · post(멤버에게만)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전역 딕셔너리 세 개가 사라진다 → 상태가 한 곳에 모인다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 은 소켓도 Codec 도 모른다 — '보내는 방법'만 밖에서 받는다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방을 어디에 저장할까 — 부품으로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메모리에 둘지·파일에 둘지·DB에 둘지는 '교체 가능한 부품'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5주차 DI 재사용: 계약(RoomRepository)을 정하고 주입받는다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InMemoryRoomRepository / FileRoomRepository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합성(composition): 서버가 여러 Room 을, Room 이 여러 멤버를 가진다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room.py — 방이 자기 일을 스스로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Room: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name):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self.members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{}      # conn -&gt;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self.history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[]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대화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기록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join(self, conn, nickname):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self.members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[conn] =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leave(self, conn):           return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self.members.pop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(conn, None)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post(self, message, send):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기록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+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멤버에게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전송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self.history.append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(message)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for conn in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self.members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send(conn, message)      # '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보내는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법'은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밖에서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주입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6주차의 흩어진 상태가 Room 안으로 모였다.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/join 비교 — 흩어짐 vs 위임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BEFORE (6주차):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전역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세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군데를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손으로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맞춤</a:t>
            </a:r>
            <a:endParaRPr sz="1500" b="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rooms[old].remove(conn)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rooms[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].append(conn)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where[conn]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AFTER (7주차): Room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에게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맡긴다</a:t>
            </a:r>
            <a:endParaRPr sz="1500" b="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EAECF0"/>
                </a:solidFill>
                <a:latin typeface="Consolas"/>
              </a:rPr>
              <a:t>old.leave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(conn);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REPO.save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(old)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EAECF0"/>
                </a:solidFill>
                <a:latin typeface="Consolas"/>
              </a:rPr>
              <a:t>room.join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(conn, nickname);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REPO.save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(room)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EAECF0"/>
                </a:solidFill>
                <a:latin typeface="Consolas"/>
              </a:rPr>
              <a:t>room_of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[conn] =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상태 변경을 Room 이 책임지니, 서버는 '맡기기'만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repository.py — 저장소를 갈아끼운다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RoomRepository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(ABC):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계약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create(self, name):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find(self, name):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save(self, room):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all(self):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조립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: 한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줄만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바꾸면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저장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방식이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바뀐다</a:t>
            </a:r>
            <a:endParaRPr sz="1500" b="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REPO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InMemoryRoomRepository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끄면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사라짐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REPO =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FileRoomRepository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("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rooms.json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")  #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재시작해도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남음</a:t>
            </a:r>
            <a:endParaRPr sz="1500" b="0" dirty="0">
              <a:solidFill>
                <a:srgbClr val="7C8A9E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서버 코드는 그대로. 어떤 저장소를 주입하느냐만 다르다.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재시작해도 방이 남는다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메모리 저장소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방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생성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후: ['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──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재시작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──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재시작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후 : []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사라짐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😢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파일 저장소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방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생성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후: ['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', 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──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재시작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──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재시작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후 : ['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', 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살아있음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🎉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복원된 대화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fil.find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').history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['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방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아니라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대화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기록까지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복원된다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잘 설계하니, 저장·확장이 '부품 교체'로 끝난다.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흩어진 전역 상태가 Room 객체 하나로 모였다(캡슐화)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입장·퇴장의 '세 군데 맞추기'가 사라졌다 — Room 에게 위임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저장 방식(메모리/파일)은 주입으로 갈아끼운다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주: 서버가 다시 커졌다 — 책임을 객체로 나눠 정리한다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 에 최대 인원 제한 추가 (capacity / is_full)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힌트는 room.py 맨 아래 주석에 있습니다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FileRoomRepository 로 바꿔 서버를 껐다 켜며 방 유지 확인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SqliteRoomRepository 골격 구현 (원하는 학생)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접속별 정보(닉네임·현재 방)도 객체로 묶으면? → 다음 주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1084</Words>
  <Application>Microsoft Office PowerPoint</Application>
  <PresentationFormat>와이드스크린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2</cp:revision>
  <dcterms:created xsi:type="dcterms:W3CDTF">2013-01-27T09:14:16Z</dcterms:created>
  <dcterms:modified xsi:type="dcterms:W3CDTF">2026-08-06T04:16:36Z</dcterms:modified>
  <cp:category/>
</cp:coreProperties>
</file>